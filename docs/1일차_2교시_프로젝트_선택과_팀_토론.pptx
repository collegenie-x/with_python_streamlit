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10가지 프로젝트 중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하나를 고르자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1일차 2교시 — 팀이 직접 토론해서 "우리가 만들 프로젝트"를 결정한다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대상: 중학교 2학년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산출물: 팀별 한 줄 기획서 + 역할 분담표 + 화면 흐름도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선생님이 정해주는 게 아니라, 팀원이 직접 토론해서 고른다 (학생 주도성)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시간의 흐름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1교시에서 배운 것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세상이 바뀌고 있다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시대 공부법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&gt; 코딩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2교시 — 지금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8288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"그래서 우리가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만들어볼 거야"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10가지 아이디어 소개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팀 토론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프로젝트 확정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2~4일차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선택한 프로젝트를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코딩으로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만든다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 라이브 데모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"말만 했는데 앱이 나왔어?"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2교시 시작하자마자, 선생님이 직접 보여준다.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선생님: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"급식 별점 앱 만들어줘.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메뉴가 위에 보이고,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별점을 1~5점으로 매기는 슬라이더가 있고,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버튼이 있어.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Streamlit으로 만들어줘."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0" y="15544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AI가 코드를 만든다 (30초)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터미널에서 실행한다 (10초)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브라우저에 앱이 뜬다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8046720" cy="1371600"/>
          </a:xfrm>
          <a:prstGeom prst="roundRect">
            <a:avLst>
              <a:gd name="adj" fmla="val 5333"/>
            </a:avLst>
          </a:prstGeom>
          <a:solidFill>
            <a:srgbClr val="1B283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반응: "와, 말만 했는데 앱이 나왔어?"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순간이 이 수업 전체의 시작점이다.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"나도 할 수 있겠는데?" — 이 자신감이 나머지 3일의 연료다.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코딩이란 — 30초 복습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AI에게 "원하는 것"을 말로 설명하면 AI가 코드를 만들어주는 것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사람이 하는 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AI가 하는 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"뭘 만들지?" 정하기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코드 작성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"누가 쓸 건데?" 생각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에러 수정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"이거 괜찮아?" 판단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반복 작업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 구조 설계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세부 구현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108960"/>
            <a:ext cx="8046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32004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코딩 문법을 외울 필요 없다. 한국어로 말하면 된다.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대신 "뭘 만들지 정확히 정하는 것"이 중요하다.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지금부터 할 것이 → 프로젝트를 고르는 것이다.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우리가 쓸 도구 — Python + Streamlit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5603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뭔데?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프로그래밍 언어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요리 재료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Streamlit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Python으로 웹앱을 쉽게 만드는 도구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레고 블록 (조립만 하면 앱이 됨)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(Claude / ChatGPT)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코드를 대신 짜주는 도우미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전문 요리사 (메뉴만 정하면 만들어줌)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292608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Python만 쓰면 → 까만 화면에 글자만 나옴 (재미없음)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 + Streamlit → 버튼, 슬라이더, 차트가 있는 웹앱 (재미있음)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 + Streamlit + AI → 말만 하면 웹앱이 나옴 (마법)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프론트엔드만으로 할 수 있는 것 vs 서버가 필요한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515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"나만 쓰고, 내 컴퓨터에만 저장하면 되면" → 서버 없이 만들 수 있다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"여러 사람이 동시에 쓰고, 데이터를 모아야 하면" → 서버가 필요하다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3891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서버 필요?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나만 공부 기록 볼래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필요 없음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 브라우저에 저장하면 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친구랑 공부 시간 비교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필요함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친구 데이터를 모아야 하니까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혼자 하는 방탈출 게임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필요 없음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 화면에서만 돌아가면 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전교생 급식 별점 수집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필요함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여러 명의 별점을 합쳐야 하니까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657600"/>
            <a:ext cx="8046720" cy="1097280"/>
          </a:xfrm>
          <a:prstGeom prst="roundRect">
            <a:avLst>
              <a:gd name="adj" fmla="val 4167"/>
            </a:avLst>
          </a:prstGeom>
          <a:solidFill>
            <a:srgbClr val="1B2838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수업에서는 서버 없이 만들 수 있는 프로젝트를 한다.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기능을 먼저 만들고 → 나중에 서버를 붙이면 진짜 서비스가 된다.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10가지 프로젝트 아이디어 소개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소개 전 안내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지금부터 10가지 아이디어를 보여줄 거야.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전부 Python + Streamlit으로 만들 수 있어.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전부 바이브 코딩으로 만들 거야. 코딩 몰라도 돼.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19456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 중 하나를 팀이 골라도 되고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8346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10개에 없는 걸 직접 만들어도 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4747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2개를 합쳐도 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1148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중요한 건 "우리 팀이 왜 이걸 만드는가" 이유가 있어야 해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①  감정 방탈출 게임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1B28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68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감정을 입력하면 스토리가 갈라지는 텍스트 방탈출 게임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쓰나: 쉬는 시간에 3분 놀이를 찾는 친구들    |    서버 필요: 아니오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675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화면 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3~5개 (인트로 → 방 2~3개 → 엔딩)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로직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선택지를 고르면 다음 방으로 이동 (상태 머신)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바이럴 포인트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"나는 용감한 탐험가래ㅋㅋ" 결과 캡처 공유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재미 요소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감정에 따라 스토리가 달라짐 → 여러 번 플레이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플레이 흐름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"지금 기분을 한 단어로?" 입력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긍정이면 밝은 방 → 모험 스토리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부정이면 어두운 방 → 위로 스토리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모르겠으면 미스터리 방 → 퍼즐 스토리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방마다 선택지 2개 → 엔딩에서 "당신의 유형" 결과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②  우리 학교 설문 리서치 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1B28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68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5분 만에 설문을 만들고, 결과를 실시간 차트로 보는 도구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쓰나: 반장, 동아리 회장, 학급 회의    |    서버 필요: MVP는 아니오 / 실제 배포 시 예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675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화면 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3개 (설문 만들기 → 응답하기 → 결과 대시보드)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로직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질문 입력 → JSON 저장 → 응답 수집 → 차트 생성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바이럴 포인트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"반장이 5분 만에 설문 만듦, 결과가 실시간 차트!"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실용성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학급 회의, 행사 기획, 동아리 의사결정에 바로 활용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플레이 흐름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설문 제작자: 질문 5개 입력 → 유형 선택 (객관식/별점/주관식)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응답자: 폼에 답변 → 제출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결과: 문항별 바 차트 + AI 요약 코멘트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③  취향 추천 테스트 (MBTI 스타일)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1B28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68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질문에 답하면 나에게 딱 맞는 웹툰/노래/영화를 추천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쓰나: "오늘 뭐 볼까?" 고민하는 친구들    |    서버 필요: 아니오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675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화면 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3개 (시작 → 질문 5개 → 결과 카드)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로직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선택지마다 유형별 점수 → 합산 → 최고 점수 유형 = 결과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바이럴 포인트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"나 감성 힐링형이래ㅋㅋ 너도 해봐" 카톡 공유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확장성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웹툰/K-pop/영화/공부법 등 테스트 주제 무한 확장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플레이 흐름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"나의 웹툰 취향 유형은?" 시작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Q1~Q5 질문 응답 → 점수 계산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"당신은 감성 힐링형!"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추천 웹툰 3개 + 추천 이유 + "결과 공유하기" 버튼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④  급식 별점 &amp; 리뷰판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1B28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68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급식에 별점을 매기고, 이달의 메뉴 TOP 5를 보는 앱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쓰나: 점심 먹고 "오늘 급식 쩐다/별로" 하는 모든 학생    |    서버 필요: MVP는 아니오 / 실제 배포 시 예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675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화면 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2개 (별점 입력 → 대시보드)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로직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별점 저장 → 메뉴별 평균 → 랭킹 정렬 → 추이 차트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바이럴 포인트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"치킨이 1등이래ㅋㅋ" 급식표 올라오는 날 단톡 공유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확장성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전교생 → 다른 학교 → 급식업체 피드백 서비스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플레이 흐름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접속 → 오늘 급식 메뉴 자동 표시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별점 (1~5) + 한줄평 → 제출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대시보드: 이달 TOP 5 / WORST 3 / 요일별 추이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⑤  공부 타이머 &amp; 집중 기록기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1B28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68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과목별 공부 시간을 타이머로 기록하고, 주간 패턴을 차트로 보는 앱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쓰나: "오늘 진짜 몇 시간 공부했지?" 궁금한 학생    |    서버 필요: 아니오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675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화면 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2개 (타이머 → 주간 리포트)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로직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25분 뽀모도로 타이머 → 과목/시간/날짜 저장 → 차트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동기부여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연속 공부 일수(스트릭) + 주간 차트의 성장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확장성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친구와 비교 (서버) → 스터디 그룹 → 학원 B2B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플레이 흐름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과목 선택 (수학/영어/과학...) → 타이머 시작 (25분)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완료! → 기록 자동 저장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주간 리포트: 요일별 시간 + 과목 비율 + AI 코멘트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⑥  AI 과목 튜터 챗봇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1B28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68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 문제 어떻게 풀어?" 물으면 단계별로 친절하게 알려주는 AI 튜터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쓰나: 모르는 문제가 있는데 물어볼 곳이 없는 학생    |    서버 필요: 아니오 (AI API 키만 필요)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675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화면 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1개 (채팅 화면)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로직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시스템 프롬프트("중2 튜터") + 대화 이력 관리 + AI 호출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차별점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"아깝다! 거의 다 됐어!" 격려하는 톤 + 확인 퀴즈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난이도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 (AI API 연결이 필요해서 약간 어려움)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플레이 흐름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과목 선택 (수학) → "3x + 5 = 14 어떻게 풀어?"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AI: "1단계: 양변에서 5를 빼요 → 2단계: 3x = 9 → 3단계: x = 3"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"여기까지 이해됐어?"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"비슷한 문제: 2x + 3 = 11, 풀어볼래?"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⑦  플레이리스트 무드 추천기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1B28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68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"지금 기분"을 고르면 딱 맞는 노래 5곡을 추천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쓰나: 등하교길에 이어폰 끼고 기분 따라 음악 듣는 친구들    |    서버 필요: 아니오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675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화면 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2개 (무드 선택 → 추천 리스트)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로직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무드 → 태그 매핑 → JSON 곡 목록에서 필터 → 랜덤 5곡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난이도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★☆☆ (가장 쉬움! 처음 만들어보는 팀에게 추천)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바이럴 포인트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"비 오는 날 추천받은 플리 분위기 미침" 인스타 공유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플레이 흐름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기분 선택: 신남 / 센치 / 잔잔 / 에너지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장르 필터 (선택): K-pop / 팝 / 인디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추천 5곡: 곡명 + 아티스트 + 추천 이유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유튜브 링크로 바로 듣기 + 좋아요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⑧  용돈 가계부 &amp; 소비 분석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1B28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68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용돈 지출을 기록하면 "어디에 가장 많이 썼는지" 차트로 보여주는 앱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쓰나: 월말에 "용돈이 왜 다 사라졌지?" 하는 학생    |    서버 필요: 아니오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675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화면 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2개 (지출 입력 → 월간 리포트)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로직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금액+카테고리 저장 → 카테고리별 합산 → 파이 차트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동기부여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"편의점 45%면 너무 많다..." 데이터로 보면 절약 동기 생김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확장성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가족 공유 (서버) → 금융교육 → 핀테크 제휴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플레이 흐름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달 용돈: 50,000원 설정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지출 추가: 3,000원 / 편의점 / "아이스크림"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남은 금액: 47,000원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리포트: 카테고리 파이 차트 + 지난달 비교 + AI 코멘트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80% 이상 사용 시 경고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⑨  시간표 &amp; 준비물 알리미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1B28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68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"내일 뭐 가져가야 하지?" 시간표+준비물을 한눈에 보여주는 앱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쓰나: 매번 준비물 빠뜨리고 혼나는 학생    |    서버 필요: MVP는 아니오 / 반 전체 공유 시 예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675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화면 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1개 (시간표 + 준비물 체크리스트)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로직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오늘 요일 → 시간표 JSON 조회 → 과목별 준비물 매핑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난이도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★☆☆ (쉬움! 실용적이라 바로 쓸 수 있음)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확장성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변경 알림 → 반 전체 공유 → 학교 SaaS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플레이 흐름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접속 → 자동으로 "내일" 시간표 표시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1교시: 체육 — 체육복, 실내화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2교시: 미술 — 물감, 붓, 스케치북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하나씩 "챙겼다" 체크 → "다 챙겼어요!" 완료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⑩  환경/기후 데이터 대시보드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1B28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68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동네 10년간 기온/미세먼지 변화를 차트로 보여주는 대시보드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쓰나: 과학 수행평가, 환경 동아리, 발표 자료가 필요한 학생    |    서버 필요: 아니오 (공공데이터 CSV 활용)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675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화면 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1개 (필터 + 차트 + AI 코멘트)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로직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CSV 파싱 → 지역/기간 필터 → 꺾은선 차트 → AI 해석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실용성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수행평가 자료로 바로 활용 가능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확장성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교사 수업 자료 → 교육청 납품 → ESG 기업 대시보드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플레이 흐름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선택 (서울/부산/대전...)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항목 선택 (기온/미세먼지/강수량)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10년간 추이 차트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두 지역 비교 (서울 vs 제주)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 해석: "서울 평균 기온 10년간 1.2도 상승"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리포트 다운로드 (발표용)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10가지 한눈에 비교</a:t>
            </a:r>
            <a:endParaRPr lang="en-US" sz="4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 비교표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280160"/>
                <a:gridCol w="2560320"/>
                <a:gridCol w="914400"/>
                <a:gridCol w="914400"/>
                <a:gridCol w="91440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프로젝트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줄 설명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난이도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바이럴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실용성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감정 방탈출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감정 입력 → 스토리 분기 → 유형 결과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설문 리서치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설문 만들기 → 응답 → 차트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취향 추천 테스트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질문 5개 → 유형 → 추천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급식 별점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별점 + 리뷰 → 랭킹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공부 타이머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뽀모도로 → 주간 차트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과목 튜터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질문 → AI 단계별 풀이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플레이리스트 추천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무드 → 노래 5곡 추천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★☆☆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용돈 가계부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지출 기록 → 카테고리 차트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★☆☆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시간표 알리미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내일 시간표 + 준비물 체크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★☆☆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환경 대시보드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10년 기후 데이터 시각화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★☆☆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"우리 팀은 어떤 걸 고를까?" 선택 가이드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73152" cy="82296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처음 만들어보는 팀 → 쉬운 것부터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38988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추천: ⑦ 플레이리스트 → ⑨ 시간표 → ③ 취향 테스트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3898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화면이 단순하고, 로직이 직관적이고, 데이터 구조가 간단하다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57400"/>
            <a:ext cx="73152" cy="8229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574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"재미있는 거 하고 싶어!" → 바이럴 가능성 높은 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3500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추천: ① 방탈출 → ③ 취향 테스트 → ④ 급식 별점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3500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결과를 캡처해서 공유하고 싶어지는 구조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8046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017520"/>
            <a:ext cx="73152" cy="82296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175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"진짜 쓸모 있는 걸 만들고 싶어" → 실용적인 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3101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추천: ⑤ 공부 타이머 → ⑧ 용돈 가계부 → ⑨ 시간표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3101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실제로 쓸 수 있는 도구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8046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977640"/>
            <a:ext cx="73152" cy="8229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9776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"좀 도전적인 거!" → 난이도 높은 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270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추천: ⑥ AI 튜터 → ② 설문 리서치 → ⑩ 환경 대시보드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42702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API 연결, 데이터 분석 등 추가 기술 경험 가능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10개에 없는 아이디어를 만들고 싶다면?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Two-Word Test를 써봐.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1단계: "내가 좋아하는 것" 한 단어 → 예: 축구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2단계: "해결하고 싶은 문제" 한 단어 → 예: 전술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단어를 합치면 → "축구 전술" → 프로젝트 아이디어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9202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좋아하는 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프로젝트 아이디어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축구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경기 데이터 전술 분석 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웹툰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캐릭터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캐릭터 디자인 생성기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요리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레시피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냉장고 재료 기반 추천 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게임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밸런스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게임 캐릭터 능력치 계산기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40480"/>
            <a:ext cx="8046720" cy="914400"/>
          </a:xfrm>
          <a:prstGeom prst="roundRect">
            <a:avLst>
              <a:gd name="adj" fmla="val 5000"/>
            </a:avLst>
          </a:prstGeom>
          <a:solidFill>
            <a:srgbClr val="1B2838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규칙: Python + Streamlit으로 만들 수 있어야 한다.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 모르겠으면 AI한테 물어봐: "이 아이디어를 Streamlit으로 만들 수 있어?"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토론 — 프로젝트를 정하자</a:t>
            </a:r>
            <a:endParaRPr lang="en-US" sz="4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구성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5명 = 1팀</a:t>
            </a:r>
            <a:endParaRPr lang="en-US" sz="2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2179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하는 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(진행)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토론 진행, 시간 관리, 의견 조율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아이디어 구체화, 한 줄 기획서 작성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화면 담당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화면 구성 스케치, UI 아이디어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 담당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어떤 데이터를 저장하고 보여줄지 정리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발표 담당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매 수업 산출물 기록, 최종 발표 준비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57600"/>
            <a:ext cx="8046720" cy="1097280"/>
          </a:xfrm>
          <a:prstGeom prst="roundRect">
            <a:avLst>
              <a:gd name="adj" fmla="val 4167"/>
            </a:avLst>
          </a:prstGeom>
          <a:solidFill>
            <a:srgbClr val="1B2838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역할은 책임 영역이지, 코딩 면제가 아님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코딩은 전원이 직접 한다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토론 Step 1 — 개인 투표 (3분)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각자 종이에 적는다: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64008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CCCCCC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1순위: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2순위: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이유: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종이를 테이블 가운데에 모은다.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토론 Step 2 — 결과 공개 &amp; 토론 (7분)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PM이 진행한다.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"1순위 결과 발표합니다"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같은 번호가 3표 이상이면 → 바로 확정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의견이 갈리면 → 토론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토론할 때 물어볼 질문 3가지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1417320"/>
            <a:ext cx="36576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12080" y="1417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0" y="1691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"이거 만들면 누가 쓸까?"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0" y="2011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대답 못 하면 → 그 아이디어는 빠진다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2514600"/>
            <a:ext cx="36576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2514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2788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"3일 안에 핵심 기능을 만들 수 있을까?"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3108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너무 어려우면 → 더 쉬운 것으로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3611880"/>
            <a:ext cx="36576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3611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3886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"만들었을 때 뿌듯할까? 보여주고 싶을까?"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재미없으면 → 동기가 안 생긴다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토론 Step 3 — 최종 확정 (2분)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1097280"/>
          </a:xfrm>
          <a:prstGeom prst="roundRect">
            <a:avLst>
              <a:gd name="adj" fmla="val 6667"/>
            </a:avLst>
          </a:prstGeom>
          <a:solidFill>
            <a:srgbClr val="1B2838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630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PM: "그러면 우리 팀은 [___번 / 자유 아이디어]로 하겠습니다."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전원 동의하면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확정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54880" y="274320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동의 안 하는 팀원이 있으면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3200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그 사람의 의견을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3분 더 듣고 다수결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토론이 막힐 때 — 도움 질문</a:t>
            </a:r>
            <a:endParaRPr lang="en-US" sz="3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48640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선생님 질문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아무도 의견이 없을 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"10개 중 '이건 절대 안 하고 싶다' 하는 거 하나만 말해봐"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2개로 좁혀졌는데 못 고를 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"둘 다 만든다고 치면, 내일 친구한테 보여주고 싶은 거 뭐야?"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명이 강하게 밀 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"그 아이디어를 쓰는 사람이 누구인지 30초만 설명해봐"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전혀 다른 걸 하고 싶다고 할 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"좋아! Two-Word Test 해보자. 좋아하는 거 + 문제, 두 단어 말해봐"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 기획서 &amp; 역할 분담 작성</a:t>
            </a:r>
            <a:endParaRPr lang="en-US" sz="3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 기획서 양식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CCCCCC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팀명: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1234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선택한 프로젝트: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___번 (또는 자유 아이디어)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 기획서: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965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[누가]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286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[무엇을]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[왜 쓰는]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3246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앱을 만든다.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7680960" cy="822960"/>
          </a:xfrm>
          <a:prstGeom prst="roundRect">
            <a:avLst>
              <a:gd name="adj" fmla="val 5556"/>
            </a:avLst>
          </a:prstGeom>
          <a:solidFill>
            <a:srgbClr val="1B283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"누가"가 가장 중요하다.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"누가 쓸지" 못 정하면 → 만들다가 방향을 잃는다.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 기획서 예시</a:t>
            </a:r>
            <a:endParaRPr lang="en-US" sz="3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188720"/>
                <a:gridCol w="65836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프로젝트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줄 기획서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④ 급식 별점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우리 반 친구들이 / 매일 급식에 별점을 매기고 / 어떤 급식이 인기 있는지 알기 위한 앱을 만든다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③ 취향 테스트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K-pop 좋아하는 친구들이 / 5개 질문에 답하면 / 딱 맞는 아이돌을 추천받을 수 있는 테스트를 만든다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① 방탈출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쉬는 시간에 심심한 친구들이 / 3분 만에 즐기고 / 자기 유형을 알 수 있는 감정 방탈출 게임을 만든다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우리 반 친구들이 / 매일 감정을 기록하고 / 한 달간 내 감정 패턴을 볼 수 있는 감정 일기 앱을 만든다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분담표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CCCCCC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팀명: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0896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(진행):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담당: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담당: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담당: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7680960" cy="822960"/>
          </a:xfrm>
          <a:prstGeom prst="roundRect">
            <a:avLst>
              <a:gd name="adj" fmla="val 5556"/>
            </a:avLst>
          </a:prstGeom>
          <a:solidFill>
            <a:srgbClr val="1B283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코딩은 전원이 한다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역할은 "책임 영역"이지 "이것만 한다"가 아님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역할별 2~4일차 일정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468880"/>
                <a:gridCol w="246888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2일차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3일차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4일차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팀 진행 관리, 시간 체크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통합 테스트 진행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발표 리허설 진행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화면 흐름도 작성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콘텐츠(텍스트/문항) 입력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시연 시나리오 준비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화면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첫 화면 바이브 코딩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다듬기 (색, 이모지, 배치)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최종 화면 점검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JSON/데이터 구조 설계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저장/불러오기 로직 확인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데모 데이터 준비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발표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매 단계 기록 (사진/메모)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발표 자료 정리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3분 발표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흐름도 스케치 — 종이에 그리기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프로젝트를 정했으면, 종이에 화면 흐름을 그린다.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코드를 짜기 전에 "어떤 화면이 어떤 순서로 나오는지"를 먼저 정해야 한다.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그리는 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20040" cy="3200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286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종이를 가로로 놓는다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320040" cy="3200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788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네모칸을 그린다 = 화면 1개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320040" cy="3200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291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안에 "뭐가 보이는지" 간단히 적는다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320040" cy="3200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794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화면과 화면 사이에 화살표를 그린다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343400"/>
            <a:ext cx="320040" cy="3200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343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297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화살표 위에 "어떤 행동을 하면 넘어가는지" 적는다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흐름도 예시 — 급식 별점 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2004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[화면 1] 별점 입력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오늘 급식 메뉴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별점 슬라이더 (1~5)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한줄평 입력칸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제출 버튼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버튼 클릭 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94960" y="1188720"/>
            <a:ext cx="32004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7784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[화면 2] 대시보드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77840" y="173736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이달 TOP 5 차트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WORST 3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요일별 추이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8046720" cy="914400"/>
          </a:xfrm>
          <a:prstGeom prst="roundRect">
            <a:avLst>
              <a:gd name="adj" fmla="val 5000"/>
            </a:avLst>
          </a:prstGeom>
          <a:solidFill>
            <a:srgbClr val="1B283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종이 스케치가 있으면 → AI한테 "이거 만들어줘"라고 정확하게 말할 수 있다.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스케치 없이 "앱 만들어줘"라고 하면 → AI도 뭘 만들지 모른다.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흐름도 예시 — 방탈출 게임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[인트로]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 입력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468880" y="118872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[1번째 방]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1737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스토리 +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선택지 2개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[2번째 방]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737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스토리 +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선택지 2개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858000" y="118872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[엔딩]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1737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결과 +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 버튼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감정에 따라 분기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선택지 A or 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마지막 선택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8046720" cy="822960"/>
          </a:xfrm>
          <a:prstGeom prst="roundRect">
            <a:avLst>
              <a:gd name="adj" fmla="val 5556"/>
            </a:avLst>
          </a:prstGeom>
          <a:solidFill>
            <a:srgbClr val="1B283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종이에 네모칸 4개와 화살표만 그리면 끝!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2교시 마무리</a:t>
            </a:r>
            <a:endParaRPr lang="en-US" sz="4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확인 사항 체크리스트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515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바이브 코딩 데모를 봤다 ("말만 했는데 앱이 나오네")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81328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4356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10가지 아이디어를 살펴봤다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65376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196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팀이 프로젝트를 하나 골랐다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249424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037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 기획서를 작성했다 (누가 / 무엇을 / 왜)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633472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8775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역할을 정했다 (PM / 기획 / 화면 / 데이터 / 발표)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22860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9718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흐름도를 종이에 그렸다 (스케치)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시간 (2일차)에 할 것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화면 흐름도를 바탕으로 → 첫 번째 화면을 바이브 코딩으로 만든다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AI에게 "이거 만들어줘"라고 말한다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결과를 보고 "이거 바꿔줘"라고 다시 말한다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핵심 기능 하나가 작동하는 걸 확인한다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3474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37947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노트북 (또는 학교 컴퓨터)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오늘 작성한 한 줄 기획서 + 화면 흐름도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도구 접속 (Claude / ChatGPT)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2교시 핵심 요약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65760" cy="36576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1887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코딩 몰라도 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4904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AI한테 한국어로 말하면 된다 (바이브 코딩)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892808"/>
            <a:ext cx="365760" cy="36576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92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8470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중요한 건 "뭘 만들지" 정하는 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148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코드는 AI가 짠다. 기획은 사람이 한다.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551176"/>
            <a:ext cx="365760" cy="36576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51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50545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 기획서가 프로젝트의 방향타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8072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[누가] [무엇을] [왜] — 이 세 가지가 명확하면 길을 잃지 않는다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209544"/>
            <a:ext cx="365760" cy="36576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09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16382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종이 스케치가 있어야 AI한테 정확히 요청할 수 있다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46557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머릿속으로만 생각하면 AI도 뭘 만들지 모른다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867912"/>
            <a:ext cx="365760" cy="36576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67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82219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시간부터 진짜 만든다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412394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정한 프로젝트를, 바이브 코딩으로, 3일 안에 완성한다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8046720" cy="594360"/>
          </a:xfrm>
          <a:prstGeom prst="roundRect">
            <a:avLst>
              <a:gd name="adj" fmla="val 7692"/>
            </a:avLst>
          </a:prstGeom>
          <a:solidFill>
            <a:srgbClr val="2A3A5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3434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"코딩을 몰라도 된다. 대신 '뭘 만들지' 정확히 정하는 것이 진짜 실력이다."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2026-07-21T07:42:58Z</dcterms:created>
  <dcterms:modified xsi:type="dcterms:W3CDTF">2026-07-21T07:42:58Z</dcterms:modified>
</cp:coreProperties>
</file>