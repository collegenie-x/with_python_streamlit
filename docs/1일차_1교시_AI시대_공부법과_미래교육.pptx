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시대, 공부가 바뀌다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1일차 1교시 — 세상이 바뀌고 있고, 나도 바뀌어야 한다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대상: 중학교 2학년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메시지: 코딩을 잘하는 사람이 아니라, 전공 지식 + AI를 쓸 줄 아는 사람이 이기는 시대다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수업을 왜 하는가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지금, 너희는 중학교 2학년이다.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2032년, 너희가 대학에 갈 때 — 세상은 완전히 다르다.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 점수만으로 대학 가는 시대는 끝나간다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"내가 뭘 만들었는가"를 보여줘야 하는 시대가 온다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세특(세부능력특기사항) 비중이 35~40%로 커진다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수업은 그 준비를 시작하는 첫 번째 시간이다.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세상이 바뀌고 있다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OECD가 말하는 미래 인재상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OECD(경제협력개발기구)는 전 세계 38개 선진국이 모인 곳이다.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"2030년에 어떤 사람이 필요한가?"를 연구한 것이 OECD Education 2030이다.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쉽게 말하면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새로운 가치 창조 (Creating New Value)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남이 안 해본 것을 만들어내는 능력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긴장과 딜레마 조정 (Reconciling Tensions)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서로 다른 의견을 조율하는 능력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책임감 (Taking Responsibility)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내가 한 일에 대해 끝까지 책임지는 태도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그리고 이 모든 것의 바탕에 학생 주도성(Student Agency)이 있다.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"내가 내 학습의 주인공이 되는 것."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 2030 vs 수능 — 뭘 키우나?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2011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OECD가 말하는 미래 역량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수능이 측정하는 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겨치나?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새로운 가치 창조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 맞히기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 겨침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긴장과 딜레마 조정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 내 문제 풀기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 겨침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책임감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 받기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 겨침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학생 주도성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교사가 시키는 대로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정반대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비판적 사고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4지선다에서 하나 고르기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 겨침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협업과 공감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혼자 시험 보기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정반대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수능이 측정하는 능력과 OECD가 말하는 미래 역량이 하나도 안 겨친다.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이게 교육이 바뀌어야 하는 이유다.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WEF(세계경제포럼) — 2030년 핵심 역량 TOP 10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94560"/>
                <a:gridCol w="347472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순위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쉽게 말하면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수능?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분석적 사고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"왜?"를 파고드는 능력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회복탄력성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실패해도 다시 일어나는 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 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유연성과 민첩성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상황에 맞게 빠르게 바꾸는 능력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 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리더십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사람을 설득하고 이끄는 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 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창의적 사고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남들이 안 한 걸 생각하는 능력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 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동기부여와 자기 인식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내가 뭘 잘하는지 아는 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 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기술 리터러시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같은 기술을 이해하고 쓰는 능력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 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호기심과 평생 학습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배움을 멈추지 않는 태도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 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공감과 적극적 경청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남의 말을 진심으로 듣는 능력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 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AI와 빅데이터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AI를 도구로 쓸 줄 아는 능력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 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38912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 중 수능으로 키울 수 있는 건 1번 하나, 그것도 "일부".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9개는 프로젝트, 토론, 협업, 실패 경험에서만 키울 수 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 vs AG — AI 이전과 이후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 = Before Gen-AI (AI 이전)  |  AG = After Gen-AI (AI 이후)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91840"/>
                <a:gridCol w="3749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 (AI 이전)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 (AI 이후)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목표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좋은 직장에 취업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직접 직업을 만든다 (창직)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스펙 (학점, 토익, 자격증)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포트폴리오 (내가 만든 것)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 방식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듣기 → 암기 → 시험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발견 → 만들기 → 런칭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실패 해석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좌절, 경로 이탈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수집, 다시 도전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활용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AI에 질문 1개 (수동적)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여러 AI를 동시에 지휘 (능동적)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수익 구조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월급 (고정, 한정적)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내가 만든 것의 수익 (확장 가능)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역량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지식 암기량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정의력 + AI 활용력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문법을 외워서 직접 짠다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AI한테 말해서 만든다 (바이브 코딩)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패러다임 전환 3단계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1단계: 산업화 시대 (1970~2010)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16459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암기 중심, 객관식 평가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교사가 정답을 알려준다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"외워라, 시험에 나온다"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2단계: 정보화 시대 (2010~2022)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6459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자기주도학습, 수행평가 도입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학생이 정보를 검색한다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"검색해봐, 답이 있다"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3단계: AI 시대 (2023~현재)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0" y="16459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기반, 논술/서술/구술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학생이 AI를 지휘하여 가치를 만든다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"질문해라, 만들어라, 보여줘라"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대체하는 것 vs 대체 못 하는 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영역 — AI가 대체하는 능력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검색/요약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번역/문법 교정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코딩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정리/분석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객관식 문제 풀이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영역 — AI가 대체 못 하는 능력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55448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 — "무엇이 문제인가?"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윤리적 판단 — "이것이 옮은가?"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공감/설득 — "왜 해야 하는가?"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오케스트레이션 — "어떤 AI를 어떻게 쓸까?"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가치 판단 — "무엇을 만들 것인가?"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840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전통 수능 교육이 주로 가르치는 것 → AI에 의해 가치가 사라지는 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3840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IB/KB/프로젝트 교육이 가르치는 것 → AI 시대에 가치가 폭등하는 중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대체 가능성 — 구체적 수치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164592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능력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대체율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2030년 가치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어디서 키우나?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지식 암기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대체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빠른 계산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대체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4지선다 풀이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90%+ 대체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비판적 분석/논증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보조, 인간 필수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IB/KB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독창적 문제 정의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대체 불가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프로젝트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윤리적 가치 판단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대체 불가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토론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공감/설득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대체 불가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협업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오케스트레이션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인간만 가능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바이브 코딩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결론: 수능이 측정하는 역량은 AI에 의해 대체된다.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IB/KB가 훈련하는 역량은 AI가 대체할 수 없다.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읽고 듣는 시대에서,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쓰고 말하는 시대로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학생의 역할이 바뀌다 — 소비자에서 생산자로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743200"/>
                <a:gridCol w="23774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학생의 역할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주요 활동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 방식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과거 (수능 시대)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지식의 소비자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읽기, 듣기, 외우기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객관식 (정답 맞히기)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현재 (전환기)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지식의 탐구자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읽기 + 질문하기 + 정리하기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서술형 + 수행평가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미래 (AI 시대)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지식의 생산자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쓰기, 말하기, 만들기, 발표하기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논술 + 구술 + 프로젝트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과거: 읽고 듣는 문화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5760" y="30175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 읽기 → 강의 듣기 → 필기 → 암기 → 시험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발언 시간: 하루 5~10분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주인공: 선생님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방향: 선생님 → 학생 (일방향)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84632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미래: 쓰고 말하는 문화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846320" y="30175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만들기 → 토론 → 에세이 쓰기 → 발표 → 피드백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발언 시간: 하루 120~180분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주인공: 학생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방향: 학생 ↔ 학생 ↔ 선생님 (다방향)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수업이 어떻게 바뀌나 — 실제 데이터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대구/제주 IB 학교 기준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 수업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IB/KB 수업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교사 강의 비중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학생 탐구/토론 비중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객관식 평가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서술/논술/구술형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학생 발언 시간 (하루)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약 5~10분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약 120~180분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교사 역할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지식 전달자 (Instructor)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 촉진자 (Facilitator)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 강의가 80%에서 20%로, 학생 발언이 10분에서 3시간으로.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이게 교실의 혁명이다.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지식의 벽이 무너지고 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과거 — 지식에는 벽이 있었다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좋은 대학 교수님만 아는 지식이 있었다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비싼 교과서를 사야 배울 수 있었다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영어를 못하면 해외 논문을 읽을 수 없었다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지식을 "가진 사람"이 이겼다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— 지식의 벽이 사라졌다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4630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AI한테 물어보면 대학 교수 수준의 설명을 받을 수 있다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한국어로 물어봐도 영어 논문을 요약해준다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인터넷만 되면 같은 수준의 정보를 얻는다</a:t>
            </a:r>
            <a:endParaRPr lang="en-US" sz="1300" dirty="0"/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무료다.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과거에 가치 있던 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미래에 가치 있는 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많이 외운 사람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잘 질문하는 사람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영어 잘하는 사람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문제를 정의하는 사람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코드 잘 짜는 사람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AI를 지휘하는 사람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정보를 가진 사람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정보를 가치로 바꾸는 사람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지식을 아는 것은 더 이상 힘이 아니다. 지식을 가지고 뭘 만드느냐가 힘이다.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AI로 맞춤형 질문과 답변이 가능한 시대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8404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학원/과외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학습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 30~100만원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무료~월 2만원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정해진 시간에만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24시간 아무 때나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 전체 같은 수준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나에게 맞춘 수준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질문 횟수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제한적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무제한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반복 설명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눈치 보임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100번 물어봐도 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언어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한국어만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모든 언어 가능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제한적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AI가 코드까지 만들어줌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과거: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모르면 → 선생님(수업 시간에만) → 학원(돈) → 교과서 다시 읽기 → 포기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시대: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모르면 → AI에 바로 질문(24시간, 무료) → "더 쉽게 설명해줘" → "파이썬으로 만들어봐" → 포기할 이유가 사라진다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100개 질문 — AI 시대의 새로운 공부법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피타고라스 정리 하나로 100개 질문이 가능하다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02920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질문 번호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질문 내용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확장 분야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"피타고라스 정리가 뭐야? 12살이 이해할 수 있게"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수학 기초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"왜 직각삼각형에서만 성립해?"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수학 원리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"실생활에서 이걸 어디에 써?"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실생활 연결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"게임에서 캐릭터 사이 거리 구할 때 쓴다고?"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게임 개발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"파이썬으로 거리 계산 코드 보여줘"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"그 코드를 앱으로 만들 수 있어?"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앱 개발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"피타고라스는 누구야?"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"3D로 확장하면?"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심화 수학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"이 개념으로 앱 기획서 만들어줘"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 질문 만에 수학 공식 → 실생활 → 역사 → 코딩 → 앱 아이디어까지.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100개씩 하면 1달이면 3,000개 질문. 질문하는 능력 자체가 실력이 되는 시대다.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AI한테 잘 물어보는 법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나쁜 질문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좋은 질문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왜 다른가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"피타고라스 알려줘"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"피타고라스 정리를 12살이 이해할 수 있게 비유로 설명해줘"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구체적일수록 답이 좋다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"코드 짜줘"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"급식 별점 앱인데, 별점은 1~5점이고, 제출 버튼이 있어. Python Streamlit으로"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맥락과 조건을 알려줘야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"이거 왜 안 돼?"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"이 에러 메시지가 떴는데, 원인이 뭐고 어떻게 고쳐?"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문제를 정확히 설명해야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"작문해줘"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"환경 문제 찬반 논점 3개씩, 내 입장 논증하는 에세이 구조 잡아줘"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AI를 도구로 쓰되 생각은 내가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네가 물어보는 만큼만 알려준다. 잘 물어보는 사람이 더 많이 배운다.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이건 시험 공부만이 아니라, 코딩할 때도, 프로젝트 만들 때도, 직장에서도 똑같다.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IB에 열광하고,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KB로 바뀌려는 이유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IB(국제 바칼로레아)란 무엇인가?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583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만든 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스위스 IBO (1968년 설립)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사용 국가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 세계 160개국, 5,700개+ 학교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시험 점수가 아니라 직접 연구하고 결과물을 만들어서 제출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 방식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서술형 100% — 객관식이 단 하나도 없다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한국 현황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전국 386교 도입 (인증 106교)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IB의 핵심 3가지</a:t>
            </a:r>
            <a:endParaRPr lang="en-US" sz="16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9184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무엇인가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쉽게 말하면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EE (Extended Essay)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4,000단어 연구 논문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대학 졸업 논문의 고등학생 버전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 (Theory of Knowledge)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"우리는 어떻게 아는가?" 탐구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"좋은 질문"을 만드는 훈련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 (Creativity, Activity, Service)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18개월 창의/활동/봉사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만들고, 움직이고, 도우며 성장하기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졸업생의 대학 중퇴율 30~40% 낮음 / 수능 없이 서울대 합격 사례 (표선고)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학생의 하루 vs 일반고 학생의 하루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일반고 학생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 학생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선생님 강의를 듣는다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토론하고 발표한다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문제집을 푼다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실험하고 에세이를 쓴다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방과후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학원에 간다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 프로젝트를 한다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저녁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인강을 듣는다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AI한테 물어보며 EE를 쓴다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시험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객관식을 찍는다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논술로 논증한다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IB의 한계 → KB가 나온 이유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IB의 3대 한계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구체적 문제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비싸다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학교당 연 1,000~1,500만원 인증비. 전국 8개 교육청 누적 24.1억원 해외 유출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1%만 접근 가능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인증학교 106교 = 전국 학교의 약 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영어 장벽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영어로 수업하는 학교가 많아 영어 못하면 사실상 불가능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KB(한국형 바칼로레아)란?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IB의 "정신"은 가져오고 "껍데기"는 벗겨낸 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IB의 서술형 평가, 탐구 학습, 비판적 사고 → 가져옴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IBO 인증비, 영어 장벽, 1% 엘리트 구조 → 버림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100%, 비용 0원, 전 학교 대상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= 명품 수입차. 성능은 검증됐지만 비싸고 매뉴얼이 영어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= 그 수입차를 뜘어보고 만든 국산차. 값은 무료, 매뉴얼은 한국어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vs KB vs 수능 — 3자 비교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286000"/>
                <a:gridCol w="24688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비교 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수능 중심 교육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 (국제 바칼로레아)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KB (한국형 바칼로레아)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운영 주체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한국 교육부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IBO (스위스)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한국 교육부 + 교육청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 방식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객관식 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서술형 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논/서/구술형 중심 (70%+)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수업 언어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한국어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영어 중심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한국어 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 1,000만원+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무상 (인증비 없음)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적용 범위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학교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인증학교만 (~1%)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모든 공교육 학교 대상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수능 연계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수능 = 목표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병행 불가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수능 개편과 연계 가능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시대 적합성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낮음 (암기 중심)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높음 (비판적 사고)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높음 (한국어 + AI 연계)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3층 구조 — "교과서는 그대로, 평가만 바꾼다"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3층: KB 평가 시스템 (혁신)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논술형 40~50% + 서술형 30~40% + 구술형 10~20% + 프로젝트 포트폴리오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FFE66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945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2층: KB 수업 방법 (전환)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탐구 기반 학습 / 다독(3권+) 수업 / 소크라틱 세미나(토론) / PBL(프로젝트 학습)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CCCCC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004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1층: 국가 교육과정 (유지)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5204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개정 교육과정 / 국어/수학/영어/사회/과학 / 기존 교과 내용 그대로 유지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29768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IB는 1층부터 통째로 교체 → 수능과 단절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KB는 1층 유지 → 수능 개편과 연결 가능. 바로 이 지점이 IB와 결정적으로 다르다.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대전환 타임라인 — 2019 → 2032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83280"/>
                <a:gridCol w="3657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무슨 일이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너희에게 미치는 영향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대구/제주에서 IB 공교육 도입 시작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경북대사대부고/표선고 IB 인증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공교육 IB가 가능하다는 증명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서울교육감이 KB 제안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KB 개념이 등장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전국 17개 교육청 모두 IB 도입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전국으로 확산 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(지금)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대구에서 KB 평가 시스템 최초 가동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고등학교 갈 때 KB 학교가 늘어난다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수능 5등급제 개편, 세특 비중 35~40%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너희가 고1~고2일 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 학년 논/서술형 적용 완료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너희가 대학 갈 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수능 서술형 본격화, KB 표준화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너희의 대입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지금 중2인 너희가 대입을 치르는 2032년에는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"내가 뭘 탐구했고, 뭘 만들었고, 어떻게 성장했는가"가 대입의 핵심이 된다.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2032년, 교육이 완전히 달라진다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 수능 개편 — 이미 확정된 사실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566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지금 (~2027)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2028학년도부터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내신 등급제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9등급 상대평가 (1등급 4%)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5등급 (1등급 10%) — 2.5배 확대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수능 구조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국/수/탐 선택과목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선택과목 전면 폐지 → 통합형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내신 논/서술형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학교 자율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세특 비중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약 20~25%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35~40%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1등급 범위가 4%에서 10%로 넓어진다 = 수능 변별력이 약해진다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대신 세특 비중이 커진다 = "뭘 만들었는가"가 더 중요해진다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2032 대입 — 5대 메가 트렌드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474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트렌드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너희에게 미치는 영향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리터러시 필수화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AI를 쓸 줄 아는 능력이 필수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활용 탐구가 세특의 핵심 소재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과정 중심 평가 정착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결과보다 과정을 증명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"뭘 만들었나"보다 "어떻게 만들었나"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학령인구 급감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2028년 47만 → 2032년 37만 (21% 감소)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대학이 학생을 뽑기 위해 경쟁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융합형 인재 선발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문/이과 경계가 사라짐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여러 분야를 연결하는 능력이 중요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디지털 포트폴리오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GitHub/블로그/영상이 평가 자료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"내가 만든 것"을 온라인에 보여줘야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입학사정관이 2032년에 볼 것</a:t>
            </a:r>
            <a:endParaRPr lang="en-US" sz="14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5760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 현행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2032 예측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학업역량/전공적합성/발전가능성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AI 활용 역량 + 자기주도 탐구력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생기부 기반 면접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생기부 + 과제 수행형 혼합 면접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미반영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"AI를 어떻게 썼는가"가 핵심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수시 77% / 정시 23%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수시 85% / 정시 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창직 — 직업을 "찾는" 시대에서 "만드는" 시대로</a:t>
            </a:r>
            <a:endParaRPr lang="en-US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취직 (就職)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창직 (創職)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남이 만든 직업에 들어가기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내가 직접 직업을 만들기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"어디 뽑아주나?"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"내가 뭘 잘하지?"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스펙 쌓기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경험 쌓기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회사가 없어지면 실업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내가 곧 회사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10년 전에 없던 직업들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65760" y="28346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유튜버/크리에이터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분석가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디자이너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프롬프트 엔지니어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노코드 개발자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84632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창직의 공식: 전공 + AI = 새로운 직업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6320" y="28346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요리 + AI = AI 레시피 추천 서비스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음악 + AI = AI 작곡 도우미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의학 + AI = AI 건강 상담 챗봇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축구 + AI = 전술 분석 앱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+ AI = 탄소 발자국 추적 앱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기획과 아키텍처가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코딩보다 중요하다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코더의 시대는 끝났다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2020년: "코딩 배워라" → 파이썬 문법 외워라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2026년: "코딩은 AI가 한다" → 그러면 사람은 뭘 해야 하나?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해야 하는 4가지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— "뭘 만들지? 누가 쓸 건데? 왜 필요해?"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— "전체 구조를 어떻게 설계하지?"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오케스트레이션 — "어떤 AI를 어떻게 조합해서 쓰지?"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디버깅/판단 — "이게 잘 되고 있나? 뭘 고쳐야 하나?"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9184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단순 코더 (BG)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기획자+오케스트레이터 (AG)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직접 타이핑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AI한테 말로 설명 (바이브 코딩)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ChatGPT에 질문 1개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+ v0 + Kling AI 동시 지휘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결과물: 코드 파일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결과물: 런칭 가능한 서비스 + 영상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비유: 피아노 한 대 연주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비유: 오케스트라 지휘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AI에 의해 가치 하락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시대에 가치 폭등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— 말하면서 만드는 시대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코딩(Vibe Coding)이란?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코드를 외워서 치는 것이 아니라, AI에게 "원하는 것"을 정확히 설명하고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결과를 확인하고 → 다시 요청하며 다듬는 개발 방식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옛날 코딩: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파이썬 문법 공부 → for문 → if문 → 에러 → 구글링 → 수정 → 몇 달. 대부분 포기.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"급식 별점 앱 만들어줘" → AI가 코드 생성 → 실행 → "버튼 색 바꿨줘" → 몇 시간이면 완성.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사람이 하는 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AI가 하는 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"뭘 만들지?" 정하기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코드 작성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"누가 쓸 건데?" 생각하기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에러 수정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"이거 쓰기 편해?" 판단하기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반복 작업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"왜 안 되지?" 원인 찾기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빠른 검색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구조 설계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세부 구현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코딩은 AI가 해준다. 근데 "뭘 만들지 정하고, 써보고, 더 좋게 고치는 건 사람만 할 수 있다."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오케스트레이션 — 1인 회사 시스템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AI를 동시에 지휘하는 시대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대신하는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하는 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/ 기획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정의, 의사결정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기획팀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기능 명세서, 데이터 설계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개발팀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v0 + 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생성 + 프론트엔드 로직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디자인팀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Freepik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이미지, 썸네일, 로고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영상팀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Kling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광고 영상 제작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마케팅팀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CapCut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영상 편집, 자막, BGM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사업부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 / 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배포 + 수익화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예전에는 이걸 하려면 7명짜리 회사가 필요했다.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지금은 AI를 지휘할 줄 아는 1명이면 된다. 이게 창직의 실체다.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— 전체 구조를 그리는 능력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건물을 짓기 전에 설계도를 그리듯, 앱을 만들기 전에 전체 구조를 설계하는 것이다.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예시: 급식 별점 앱 아키텍처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solidFill>
            <a:srgbClr val="EDF7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→ 메인 화면 → 급식 메뉴 선택 → 별점 입력(1~5)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한줄평 입력 → 제출(데이터 저장)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통계 대시보드(인기 메뉴 TOP 5, 별점 추이, 한줄평 모음)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구조를 그릴 줄 아는 사람이 AI한테 "이거 만들어줘"라고 말할 수 있다.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구조를 모르면 AI한테 뭘 시켜야 하는지도 모른다.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8328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코딩 능력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아키텍처 능력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`for i in range(10):` 같은 문법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"데이터가 어디서 어디로 흘러가는가?"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변수 이름 짓기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"사용자가 어떤 순서로 화면을 보는가?"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AI가 대체 가능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AI가 대체 불가능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전공 지식 + AI = 진짜 실력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EDF7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전공 지식(내가 잘 아는 것) + AI(코드를 짜주고, 분석해주는 도구) + 기획력(뭘 만들지, 누가 쓸지, 왜 필요한지)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나만의 서비스, 나만의 직업, 나만의 포트폴리오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3736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37744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전공/관심 분야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AI 하면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가능한 결과물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수익 모델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축구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경기 데이터 분석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전술 분석 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구독 서비스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웹툰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캐릭터/스토리 생성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웹툰 도우미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프리미엄 기능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요리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레시피 추천 알고리즘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냉장고 재료 추천 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광고 + 협찬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 인식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쓰레기 분류 도우미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환경 포인트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음악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화성학 + 멜로디 생성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작곡 보조 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건당 과금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자연어 처리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펫 증상 AI 상담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병원 연계 수수료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학교생활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설문/분석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학교 설문 조사 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학교 구독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AI만 잘 쓰는 사람? 남들도 다 쓴다. 차별화 안 됨.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전공만 깊은 사람? AI 없으면 만드는 데 시간이 너무 오래 걸림.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전공 + AI? 이건 나만 할 수 있다. 이게 미래의 경쟁력이다.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발전하는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프로젝트식 공부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외워서 공부 vs 만들면서 공부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외워서 공부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만들면서 공부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시험 끝나면 까먹음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번 만들면 안 까먹음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혼자 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팀이랑 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정답이 정해져 있음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정답이 없음 (내가 정함)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재미없음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내가 만든 거라 재미있음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교과서 → 시험 → 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기획 → 만들기 → 피드백 → 개선 → 런칭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수동적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능동적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AI가 대체할 수 있는 능력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AI가 대체할 수 없는 능력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프로젝트식 공부의 흐름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"이걸로 뭘 만들 수 있지?" → 팀이랑 기획 → AI한테 물어보며 만들기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안 되는 거 발견 → 고치기 → 다른 사람한테 보여주기 → 피드백 받기 → 더 좋게 만들기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프로젝트를 만드는 과정 자체가 공부다.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만드는 4단계 — 프로와 똑같은 과정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1097280"/>
                <a:gridCol w="3291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뭘 하나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누가 하나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정하기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"누구한테, 어떤 문제를 풀어줄 건데?"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"우리 반 친구들이 급식 별점을 매기는 앱"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그리기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"화면이 어떤 순서로 넘어가?"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종이에: 시작 화면 → 별점 → 차트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만들기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AI한테 설명해서 코드를 받는다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"별점 슬라이더 만들어줘"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고치기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직접 써보고 불편한 곳을 고친다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"버튼이 너무 작아" → "크게 해줘"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 중 AI가 하는 건 3단계 하나뿐. 나머지 3개는 전부 사람이 한다.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코딩 실력보다 "뭘 만들지 정하는 힘"이 더 중요하다.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3566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프로젝트를 상업용까지 가져간다면?</a:t>
            </a:r>
            <a:endParaRPr lang="en-US" sz="1400" dirty="0"/>
          </a:p>
        </p:txBody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3192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657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프로젝트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수업에서 끝내면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단계 더 가면 (상업용)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급식 별점 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우리 반만 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전국 학교에 배포 → 광고 수익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취향 추천 테스트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친구들끼리 공유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SNS 바이럴 → 브랜드 협찬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과목 튜터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수업 때만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구독 서비스 → 월 수익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사례 —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"뭘 만들었느냐"의 시대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 1: 고졸이 OpenAI에 들어갔다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OpenAI(ChatGPT 만든 회사)에는 대학 졸업장 없이 들어간 사람이 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그들이 가진 건 학벌이 아니라 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만든 프로젝트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GitHub에 올린 코드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사람들이 실제로 쓴 서비스</a:t>
            </a:r>
            <a:endParaRPr lang="en-US" sz="1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예전에 회사가 본 것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지금 회사가 보는 것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어느 대학 나왔어?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뭘 만들어봤어?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성적이 몇 점이야?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만든 걸 누가 써봤어?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자격증 있어?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문제를 어떻게 풀었어?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인턴 했어?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네가 만든 서비스 보여줘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11480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"만들고, 공유하고, 개선한 경험"이 학력을 이긴 사례다.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 2: 표선고 — 사교육비 0원으로 서울대 합격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표선고등학교 (제주도 서귀포시 표선면)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2019년: 학생 240명, 폐교 위기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도입 후: 학생 461명, 지역 인구 500명+ 증가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사교육비: 0원 (학원 인프라 부재)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수능: 안 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대입 결과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2024: 서울대 1, 연세대 1, 고려대 1, UNIST 2, DGIST 2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2025: 서울대 1, 연세대 2, 고려대 2, KAIST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02336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수능 없이, 학원 없이, 학종(학생부종합전형)만으로.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방식으로 공부하면 생기부가 압도적으로 풍부해진다.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회복탄력성 —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실패를 연료로 바꾸는 태도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 마인드 vs AG 마인드 — 실패 대응</a:t>
            </a:r>
            <a:endParaRPr lang="en-US" sz="2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 마인드 (좌절)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 마인드 (성장)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앱이 에러로 안 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"나는 코딩에 소질이 없나 봐"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"에러 메시지를 AI에게 보여주고 다시 해보자"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영상 조회수 10회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"아무도 안 봐, 포기해야지"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"썸네일을 바꿨보고 A/B 테스트하자"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수익 0원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"시간 낭비였다"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"사용자 피드백을 받아 개선하자"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친구들이 비웃음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"창피하다, 숨기자"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"1년 후에 포트폴리오로 보여주면 된다"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시험 성적 하락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"나는 안 되나 봐"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"어디서 틀렸는지 AI한테 분석 요청하자"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해석 공식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solidFill>
            <a:srgbClr val="EDF7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= 성장을 위한 데이터 수집 = 프롬프트를 수정해서 다시 하면 되는 것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11480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 개발자도 매일 실패한다. 다른 건 실패한 후에 뭘 하느냐다.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"다시 해보자"를 100번 말할 수 있는 사람이 이긴다.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수업이 끝나면</a:t>
            </a:r>
            <a:endParaRPr lang="en-US" sz="4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기억해야 할 5가지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세상이 바뀌고 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29844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OECD, WEF가 말하는 미래 역량과 수능이 측정하는 능력이 하나도 안 겨친다.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지식의 벽이 무너졌다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덕분에 누구나 대학 교수 수준의 지식에 접근. "뭘 만드느냐"가 무기.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코딩이 아니라 기획이다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529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아키텍처, 오케스트레이션, 기획, 디버깅 능력이 핵심. 전공 + AI = 나만의 무기.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만들어본 사람이 이긴다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630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2032년 대입에서 세특 비중 35~40%. "뭘 만들었는가"가 더 중요.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114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실패는 연료다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4074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 마인드: 실패 = 데이터 수집. 100번 "다시 해보자"를 말할 수 있는 사람이 이긴다.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수업 전체 여정 — 프로와 똑같다</a:t>
            </a:r>
            <a:endParaRPr lang="en-US" sz="2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일차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1일차 (오늘)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세상이 바뀌고 있다 → 나도 바뀌어야 한다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2일차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종이에 그리고, AI한테 처음으로 코드를 받는다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3일차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팀이 각자 만든 걸 하나로 합친다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4일차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인터넷에 올리고, 사람들 앞에서 보여준다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 개발자도: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→ 설계 → 개발 → 테스트 → 배포
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스타트업 대표도: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→ 프로토타입 → 검증 → 출시
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너희도: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정하기 → 그리기 → 만들기 → 고치기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과정이 똑같다. 다른 건 규모뿐이다.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Two-Word Test — 프로젝트 아이디어 만들기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프로젝트를 시작할 때 가장 어려운 건 "뭘 만들지?" 정하는 것.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단어면 아이디어가 나온다.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1단계: "내가 좋아하는 것" 한 단어  |  2단계: "해결하고 싶은 문제" 한 단어</a:t>
            </a:r>
            <a:endParaRPr lang="en-US" sz="1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51206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좋아하는 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프로젝트 아이디어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축구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경기 데이터 기반 전술 분석 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음악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작곡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멜로디 생성 도우미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요리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레시피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냉장고 재료 기반 추천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게임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밸런스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캐릭터 능력치 밸런스 계산기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급식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급식 별점 + 리뷰 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K-pop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가사 분석/감정 분류기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다이어리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감정 일기 + 월별 통계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분리수거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찍으면 분리수거 방법 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역사 인물 AI 대화 챗봇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건의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학교 건의 사항 투표 플랫폼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389120"/>
            <a:ext cx="8412480" cy="7315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머릿속에서 좋아하는 것 + 문제 두 단어를 떠올려 보자.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그게 너의 첫 프로젝트 아이디어다.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마지막 메시지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코딩을 잘하는 사람이 이기는 시대는 끝났다.
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읽고 듣기만 하는 시대도 끝났다.
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지식의 벽은 무너졌다.
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이제는 쓰고, 말하고, 만들고, 보여주는 사람이 이기는 시대다.
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AI한테 매일 100번 물어라.
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기획하고, 설계하고, 지휘하고, 고쳐라.
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"뭘 알고, 뭘 만들고, 누구한테 보여줄 수 있느냐"
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이것이 2032년의 경쟁력이다.
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수업은 그 첫걸음이다.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2026-07-21T08:03:38Z</dcterms:created>
  <dcterms:modified xsi:type="dcterms:W3CDTF">2026-07-21T08:03:38Z</dcterms:modified>
</cp:coreProperties>
</file>